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HK Grotesk Bold" charset="1" panose="00000800000000000000"/>
      <p:regular r:id="rId9"/>
    </p:embeddedFont>
    <p:embeddedFont>
      <p:font typeface="HK Grotesk Medium" charset="1" panose="00000600000000000000"/>
      <p:regular r:id="rId10"/>
    </p:embeddedFont>
    <p:embeddedFont>
      <p:font typeface="Canva Sans Bold" charset="1" panose="020B08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26000">
            <a:off x="-917503" y="-1911583"/>
            <a:ext cx="20123007" cy="14110167"/>
          </a:xfrm>
          <a:custGeom>
            <a:avLst/>
            <a:gdLst/>
            <a:ahLst/>
            <a:cxnLst/>
            <a:rect r="r" b="b" t="t" l="l"/>
            <a:pathLst>
              <a:path h="14110167" w="20123007">
                <a:moveTo>
                  <a:pt x="20123006" y="10027368"/>
                </a:moveTo>
                <a:lnTo>
                  <a:pt x="2296574" y="14110166"/>
                </a:lnTo>
                <a:lnTo>
                  <a:pt x="0" y="4082798"/>
                </a:lnTo>
                <a:lnTo>
                  <a:pt x="17826432" y="0"/>
                </a:lnTo>
                <a:lnTo>
                  <a:pt x="20123006" y="10027368"/>
                </a:lnTo>
                <a:close/>
              </a:path>
            </a:pathLst>
          </a:custGeom>
          <a:blipFill>
            <a:blip r:embed="rId2"/>
            <a:stretch>
              <a:fillRect l="-33371" t="-30256" r="-30532" b="-2547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2387" y="2235203"/>
            <a:ext cx="15123226" cy="453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00"/>
              </a:lnSpc>
            </a:pPr>
            <a:r>
              <a:rPr lang="en-US" b="true" sz="200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Chaos Coordinator</a:t>
            </a:r>
          </a:p>
        </p:txBody>
      </p:sp>
      <p:sp>
        <p:nvSpPr>
          <p:cNvPr name="AutoShape 4" id="4"/>
          <p:cNvSpPr/>
          <p:nvPr/>
        </p:nvSpPr>
        <p:spPr>
          <a:xfrm>
            <a:off x="1035203" y="7760935"/>
            <a:ext cx="16230600" cy="0"/>
          </a:xfrm>
          <a:prstGeom prst="line">
            <a:avLst/>
          </a:prstGeom>
          <a:ln cap="flat" w="19050">
            <a:solidFill>
              <a:srgbClr val="F4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flat" w="19050">
            <a:solidFill>
              <a:srgbClr val="F4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8109746"/>
            <a:ext cx="2265114" cy="31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b="true" sz="1845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present by: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40521" y="8065735"/>
            <a:ext cx="894201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9"/>
              </a:lnSpc>
            </a:pPr>
            <a:r>
              <a:rPr lang="en-US" b="true" sz="29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place to organize all your to-do’s in one place. Helps miminimize the need for multiple planners.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434353"/>
            <a:ext cx="3424311" cy="4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b="true" sz="2737" spc="21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ELIANA ONTIBON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26000">
            <a:off x="-917503" y="-1911583"/>
            <a:ext cx="20123007" cy="14110167"/>
          </a:xfrm>
          <a:custGeom>
            <a:avLst/>
            <a:gdLst/>
            <a:ahLst/>
            <a:cxnLst/>
            <a:rect r="r" b="b" t="t" l="l"/>
            <a:pathLst>
              <a:path h="14110167" w="20123007">
                <a:moveTo>
                  <a:pt x="20123006" y="10027368"/>
                </a:moveTo>
                <a:lnTo>
                  <a:pt x="2296574" y="14110166"/>
                </a:lnTo>
                <a:lnTo>
                  <a:pt x="0" y="4082798"/>
                </a:lnTo>
                <a:lnTo>
                  <a:pt x="17826432" y="0"/>
                </a:lnTo>
                <a:lnTo>
                  <a:pt x="20123006" y="10027368"/>
                </a:lnTo>
                <a:close/>
              </a:path>
            </a:pathLst>
          </a:custGeom>
          <a:blipFill>
            <a:blip r:embed="rId2"/>
            <a:stretch>
              <a:fillRect l="-33371" t="-30256" r="-30532" b="-2547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35203" y="7760935"/>
            <a:ext cx="16230600" cy="0"/>
          </a:xfrm>
          <a:prstGeom prst="line">
            <a:avLst/>
          </a:prstGeom>
          <a:ln cap="flat" w="19050">
            <a:solidFill>
              <a:srgbClr val="F4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flat" w="19050">
            <a:solidFill>
              <a:srgbClr val="F4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629728" y="1256623"/>
            <a:ext cx="9816369" cy="4176202"/>
          </a:xfrm>
          <a:custGeom>
            <a:avLst/>
            <a:gdLst/>
            <a:ahLst/>
            <a:cxnLst/>
            <a:rect r="r" b="b" t="t" l="l"/>
            <a:pathLst>
              <a:path h="4176202" w="9816369">
                <a:moveTo>
                  <a:pt x="0" y="0"/>
                </a:moveTo>
                <a:lnTo>
                  <a:pt x="9816369" y="0"/>
                </a:lnTo>
                <a:lnTo>
                  <a:pt x="9816369" y="4176202"/>
                </a:lnTo>
                <a:lnTo>
                  <a:pt x="0" y="4176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262158"/>
            <a:ext cx="7157162" cy="214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5"/>
              </a:lnSpc>
            </a:pPr>
            <a:r>
              <a:rPr lang="en-US" b="true" sz="9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Chaos Coordinator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109746"/>
            <a:ext cx="2265114" cy="31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b="true" sz="1845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present by: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434353"/>
            <a:ext cx="3424311" cy="4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b="true" sz="2737" spc="21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ELIANA ONTIBON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1632" y="3773187"/>
            <a:ext cx="622473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99481" y="5675012"/>
            <a:ext cx="145674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https://github.com/ksu-is/Chaos-Coordinator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DAHIdbRdaRI</dc:identifier>
  <dcterms:modified xsi:type="dcterms:W3CDTF">2011-08-01T06:04:30Z</dcterms:modified>
  <cp:revision>1</cp:revision>
  <dc:title>Chaos Coordinator</dc:title>
</cp:coreProperties>
</file>